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ZERO TO ONE  ·  POCKET FM × OPENAI × LIGHTSPEED  ·  IIM BANGALORE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Kahani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Agentic production studio for serialized audio entertainment.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Discovery → multi-part serial package → audience simulation → human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THEME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T-04 Creator Tools  ·  also T-01 / T-02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466344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BET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Wow audio first — agents are the how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466344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GATE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Auto-run pipeline · never auto-publish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47472"/>
            <a:ext cx="347472" cy="54864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08792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01  PROBLEM &amp;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Retention is part-to-part. Production still runs in fragments.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214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Orchestrate a studio with agents — keep humans at the quality cliffs.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155448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2487168" cy="15544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Slow idea → script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Generic LLM drafts lack regional authenticity.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691640"/>
            <a:ext cx="73152" cy="155448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691640"/>
            <a:ext cx="2487168" cy="15544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 chaining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Cliffhangers fail → drop-off after part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691640"/>
            <a:ext cx="73152" cy="155448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8" y="1691640"/>
            <a:ext cx="2487168" cy="15544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 assembly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Voice, SFX, visuals aligned by hand across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544" y="1691640"/>
            <a:ext cx="73152" cy="155448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97696" y="1691640"/>
            <a:ext cx="2487168" cy="15544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pre-publish signal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Teams guess which cohorts will continue.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47288"/>
            <a:ext cx="3474720" cy="233172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Audio is the product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Visuals are companion, not spine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Narration-led by default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Demo: one undeniable listen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447288"/>
            <a:ext cx="3474720" cy="233172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Serials over one-shots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Multi-part arcs (90–180s)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Cliffhangers as a first-class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One shared timeline clock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3447288"/>
            <a:ext cx="3474720" cy="233172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Simulate before publish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Structural audit + personas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Concrete rewrite patches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Human approve — 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Kahani  ·  Zero to One × Pocket FM  ·  IIM Bangalore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6473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47472"/>
            <a:ext cx="347472" cy="54864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08792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02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Kahani — discovery signal to human-approved serial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214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One project. One multi-agent pipeline. One editor-ready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08792" cy="86868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E61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Hook → multi-part serial (script, cliffhangers, narration/dialogue audio, SFX, companion visuals) → simulated listeners → patches → human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1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2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3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4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Narration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5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6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SFX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7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Visuals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8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2743200"/>
            <a:ext cx="1078992" cy="10515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9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40"/>
            <a:ext cx="2560320" cy="160020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&lt; 4 hrs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Target for a 5-part package with ≤ 2 human gates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3977640"/>
            <a:ext cx="2560320" cy="160020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24+ personas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Age × gender × city-tier × intent cohorts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977640"/>
            <a:ext cx="2560320" cy="160020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1 timeline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Script, VO, SFX, shots share one clock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3977640"/>
            <a:ext cx="2560320" cy="160020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Closed loop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Sim patches re-enter Script / Cliff / Narration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Kahani  ·  Zero to One × Pocket FM  ·  IIM Bangalore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6473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47472"/>
            <a:ext cx="347472" cy="54864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08792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03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judges can click, listen to, and stress-test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214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Built for T-04 Creator Tools — with storytelling and voice AI in the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416052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4864608" cy="416052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Shipped for demo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Agent chat with live pipeline + approvals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Script package review (structured, not a wall of text)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Narration Director → performance map before TTS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Web timeline editor (stems, markers, listen)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Companion visuals aligned to story beats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Audience Sim: audit, personas, diff-style patches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Hindi + English · Docker Compose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9008" y="1691640"/>
            <a:ext cx="5760720" cy="416052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chat-or-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92845"/>
            <a:ext cx="5614416" cy="31581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73952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Kahani  ·  Zero to One × Pocket FM  ·  IIM Bangalore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6473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47472"/>
            <a:ext cx="347472" cy="54864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08792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04  PRODUCT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End-to-end loop in four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214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Replace placeholders in docs/pitch/assets/ before final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310896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28016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projects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348" y="2130552"/>
            <a:ext cx="2584704" cy="14538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0488" y="1691640"/>
            <a:ext cx="5349240" cy="310896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28016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Timeline editor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5740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timeline-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756" y="2130552"/>
            <a:ext cx="2584704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3858768"/>
            <a:ext cx="5349240" cy="310896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28016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Audience Sim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24528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-audience-s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348" y="4297680"/>
            <a:ext cx="2584704" cy="14538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90488" y="3858768"/>
            <a:ext cx="5349240" cy="310896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28016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Visuals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4224528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22222C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-visu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756" y="4297680"/>
            <a:ext cx="2584704" cy="1453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473952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Kahani  ·  Zero to One × Pocket FM  ·  IIM Bangalore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6473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47472"/>
            <a:ext cx="347472" cy="54864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08792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05  DIFFERENTIATOR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Audience simulation before publish — then prove it with a listen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214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Simulation informs; it does not dictate. Scores labeled uncalibrated until listen logs exist.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416052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5276088" cy="416052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this is different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Structural audit + persona drop-off risk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Concrete patches, not vague feedback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Signal before VO / mix spend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Complements ranking — does not claim to replace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Creator stays final decision-maker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Data flywheel: preview listens → calibrate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691640"/>
            <a:ext cx="5349240" cy="621792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Brief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Regional hook +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386584"/>
            <a:ext cx="5349240" cy="621792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Generate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Discovery → script → cliff → narration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081528"/>
            <a:ext cx="5349240" cy="621792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Approve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Human gate before costly 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776472"/>
            <a:ext cx="5349240" cy="621792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Listen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Wow-audio moment in the editor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4471416"/>
            <a:ext cx="5349240" cy="621792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Simulate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Persona risk + accept a 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5166360"/>
            <a:ext cx="5349240" cy="621792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Decide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Human publish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Kahani  ·  Zero to One × Pocket FM  ·  IIM Bangalore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6473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47472"/>
            <a:ext cx="347472" cy="54864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08792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06  EXECUTION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Production-shaped stack — clear path beyond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214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Judged on innovation, technical execution, use of AI, real-world impact, and a working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416052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3401568" cy="416052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React / TypeScript web studio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FastAPI + ARQ workers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LangGraph multi-agent pipeline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LLM · TTS · SFX · visuals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Postgres · Redis · object 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691640"/>
            <a:ext cx="73152" cy="416052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01568" cy="416052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Now (36h)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E2E agent pipeline + editor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Wow-audio demo path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Structural audit + persona sim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Human approval gates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Hindi + English series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1856" y="1691640"/>
            <a:ext cx="73152" cy="416052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5008" y="1691640"/>
            <a:ext cx="3401568" cy="416052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Calibrate sims on preview listens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Richer dialect packs for Bharat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Deeper SFX / mix automation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Multilingual adaptation / dubbing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•  Distribution handoff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Kahani  ·  Zero to One × Pocket FM  ·  IIM Bangalore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6473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1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Kahani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Agentic production for serialized audio — discovery to human publish.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ASK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Pilot with a Pocket FM–style content pod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365760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PROOF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demo: listen → simulate → 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1856" y="365760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 w="12700">
            <a:solidFill>
              <a:srgbClr val="2E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6194D"/>
                </a:solidFill>
                <a:latin typeface="Calibri"/>
                <a:ea typeface="Calibri"/>
                <a:cs typeface="Calibri"/>
              </a:rPr>
              <a:t>CONTACT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team names and emails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Zero to One  ·  Pocket FM × OpenAI × Lightspeed  ·  IIM Bangalore  · 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Kahani  ·  Zero to One × Pocket FM  ·  IIM Bangalore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6473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Calibri"/>
                <a:ea typeface="Calibri"/>
                <a:cs typeface="Calibr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