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ZERO TO ONE  ·  POCKET FM × OPENAI × LIGHTSPEED  ·  IIM BANGALORE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Multi-agent production studio for serialized audio entertainment.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What we built · how the agents work · Databricks-backed context &amp; cast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THEME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T-04 Creator Tools  ·  T-01 / T-02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specialized agents in one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4617720"/>
            <a:ext cx="3474720" cy="10972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Listen → simulate → human publish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01 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 end-to-end studio — from story hook to publishable episode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Not a chat wrapper: human-gated production stages with agent orchestration.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41605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5779008" cy="41605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Shipped surfaces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Project workspace with context attachments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Agent chat: discover, pitch, generate, approve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LangGraph run → structured script package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Voice + SFX mix (ElevenLabs / Sarvam)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Companion visuals + cover 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Web timeline editor (stems, markers, listen)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Audience simulation (audit + personas + patches)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Episode assembly → S3 artifact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64208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ENTRY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+ prompt + attachments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688336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GATES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 → Audio → Visuals → Cover → Assembly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712464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LANGUAGES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Hindi + English (library voices)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736592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RUNTIME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 · API · Worker · Redis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02 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stack — including Databricks for vector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Same stack we run in Compose locally and wire for cloud deploy.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React 19 · TypeScript · Vite · Tailwind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FastAPI · SQLAlchemy async · Alembic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ARQ workers on Redis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LangGraph + Postgres checkpointer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08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&amp; media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LLM: OpenAI / Anthropic (Script Writer)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TTS: ElevenLabs + Sarvam (Hindi)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Images: OpenAI · Gemini (fallback)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Research: Tavily web crawl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664208"/>
            <a:ext cx="73152" cy="324612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28432" y="1664208"/>
            <a:ext cx="3401568" cy="324612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&amp; infra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Postgres 16 · Redis 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Databricks AI Search (project RAG)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Databricks Vector Search (cast catalog)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•  S3 artifacts · Docker · AWS / Terraform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93208"/>
            <a:ext cx="10908792" cy="8686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E61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Databricks in the loop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AI Search indexes story attachments for grounded scripting. Vector Search retrieves cast / voice assets and shot templates — so agents don’t invent casting or visuals from thin 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03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 → edge → AWS → agents &amp; media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Vercel web · Cloudflare DNS · ALB/ECS Fargate · RDS · Redis · S3 · Secrets.</a:t>
            </a:r>
          </a:p>
        </p:txBody>
      </p:sp>
      <p:pic>
        <p:nvPicPr>
          <p:cNvPr id="6" name="Picture 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905" y="1664208"/>
            <a:ext cx="75251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04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Serial audio wins on part-to-part retention. Production is still fragmented.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Pocket FM–class storytelling needs speed, cultural specificity, and pre-publish signal.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Idea → script is slow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Regional authenticity is the moat. Generic LLM drafts sound thin.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08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Episodes don’t chain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Weak cliffhangers → drop-off after part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66420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28432" y="166420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Audio assembly is manual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Voice, SFX, and visuals are synced by hand across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pre-publish signal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Teams guess which cohorts will continue listening.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8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closed loop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Wins on one story don’t systematically improve the next.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3538728"/>
            <a:ext cx="73152" cy="169164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8432" y="3538728"/>
            <a:ext cx="3401568" cy="16916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sprawl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Briefing, writing, casting, mix, and QA live in five apps.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05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orchestrated pipeline — agents specialize, humans gate quality cliffs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Auto-run generation. Never auto-publish.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84248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72584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4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5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Visuals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05088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7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664208"/>
            <a:ext cx="1234440" cy="105156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8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Simulate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GROUND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Attachments → Databricks AI Search. Cast &amp; templates → Vector Search. Optional Tavily crawl for fresh hooks.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WRITE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 + Script Writer produce a structured multi-part package with cliffhangers and narration plan.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PRODUCE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 agent renders TTS + SFX. Director + Image agents build companion visuals and cover art.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94436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ASSURE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Timeline editor for listen/edit. Audience Sim proposes patches. Human approves each gate.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06 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Seven specialized agents — one production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Each owns a stage; the orchestrator sequences them with human approvals.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Shapes the series brief, plot pitches, and creative direction inside chat.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Scripting &amp; Search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Retrieves project context (Databricks) and researches hooks (Tavily + extraction).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96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Narrative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Locks narration mode — narration-led, dialogue inserts, multi-narrator, framed.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66420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4871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 Writer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Writes the structured multi-part script package and screenplay.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Director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Plans visual shots / lookbook — performance-aware scene direction.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079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Casts library voices and renders TTS + SFX beds (ElevenLabs / Sarvam).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630168"/>
            <a:ext cx="73152" cy="178308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3630168"/>
            <a:ext cx="3401568" cy="178308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 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Generates companion stills, cover art, and visual track assets.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9184"/>
            <a:ext cx="329184" cy="54864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07  AGENT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94944"/>
            <a:ext cx="10908792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Who does what in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Search grounds truth → writers lock story → voice &amp; image produce → humans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64208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Storytelling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64208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Chat director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664208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Plot pitches, series intent, route generate / 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Scripting &amp;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359152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RAG + crawl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59152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Databricks chunks · Tavily research · SOURCE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54096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Narrative + Script Writer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054096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Script package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3054096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Narration config + multi-part screenplay + cliffs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40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749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Audio 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3749040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Cast match (Vector Search) · TTS · SFX mix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43984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Director + Image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443984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Visual track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4443984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Shot plan · lookbook · stills · cover 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38928"/>
            <a:ext cx="2834640" cy="621792"/>
          </a:xfrm>
          <a:prstGeom prst="roundRect">
            <a:avLst>
              <a:gd name="adj" fmla="val 5000"/>
            </a:avLst>
          </a:prstGeom>
          <a:solidFill>
            <a:srgbClr val="22222C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Human + Audience Sim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5138928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Quality 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5138928"/>
            <a:ext cx="5669280" cy="621792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Approve stages · listen in editor · apply 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1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1A1AA"/>
                </a:solidFill>
                <a:latin typeface="Calibri"/>
                <a:ea typeface="Calibri"/>
                <a:cs typeface="Calibri"/>
              </a:rPr>
              <a:t>Seven agents. One timeline. Human publish. Built for Pocket FM–scale serial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ASK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Pilot with a Pocket FM–style content pod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PROOF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Live demo: generate → listen → simulate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3383280"/>
            <a:ext cx="3474720" cy="1234440"/>
          </a:xfrm>
          <a:prstGeom prst="roundRect">
            <a:avLst>
              <a:gd name="adj" fmla="val 5000"/>
            </a:avLst>
          </a:prstGeom>
          <a:solidFill>
            <a:srgbClr val="18181F"/>
          </a:solidFill>
          <a:ln w="12700">
            <a:solidFill>
              <a:srgbClr val="2E2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91440" bIns="73152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6194D"/>
                </a:solidFill>
                <a:latin typeface="Calibri"/>
                <a:ea typeface="Calibri"/>
                <a:cs typeface="Calibri"/>
              </a:rPr>
              <a:t>CONTACT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Add team names and emails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0879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Stack highlight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LangGraph · FastAPI · React · ElevenLabs/Sarvam · Gemini/OpenAI · Tavily · Databricks AI Search &amp; Vector Search · S3 ·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Kahani  ·  Zero to One × Pocket FM  ·  IIM Bangalore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647395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1717A"/>
                </a:solidFill>
                <a:latin typeface="Calibri"/>
                <a:ea typeface="Calibri"/>
                <a:cs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